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2"/>
  </p:notesMasterIdLst>
  <p:sldIdLst>
    <p:sldId id="256" r:id="rId2"/>
    <p:sldId id="257" r:id="rId3"/>
    <p:sldId id="271" r:id="rId4"/>
    <p:sldId id="258" r:id="rId5"/>
    <p:sldId id="267" r:id="rId6"/>
    <p:sldId id="260" r:id="rId7"/>
    <p:sldId id="272" r:id="rId8"/>
    <p:sldId id="270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9A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404" autoAdjust="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ghav ram Galla" userId="c2740940ca04cb08" providerId="LiveId" clId="{CF52F118-42C3-4931-88B5-8037B30E37C6}"/>
    <pc:docChg chg="undo custSel delSld modSld">
      <pc:chgData name="Bharghav ram Galla" userId="c2740940ca04cb08" providerId="LiveId" clId="{CF52F118-42C3-4931-88B5-8037B30E37C6}" dt="2026-01-15T15:17:31.370" v="179" actId="20577"/>
      <pc:docMkLst>
        <pc:docMk/>
      </pc:docMkLst>
      <pc:sldChg chg="delSp modSp mod">
        <pc:chgData name="Bharghav ram Galla" userId="c2740940ca04cb08" providerId="LiveId" clId="{CF52F118-42C3-4931-88B5-8037B30E37C6}" dt="2026-01-15T15:12:25.112" v="11" actId="1076"/>
        <pc:sldMkLst>
          <pc:docMk/>
          <pc:sldMk cId="0" sldId="256"/>
        </pc:sldMkLst>
        <pc:spChg chg="mod">
          <ac:chgData name="Bharghav ram Galla" userId="c2740940ca04cb08" providerId="LiveId" clId="{CF52F118-42C3-4931-88B5-8037B30E37C6}" dt="2026-01-15T15:12:25.112" v="11" actId="1076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Bharghav ram Galla" userId="c2740940ca04cb08" providerId="LiveId" clId="{CF52F118-42C3-4931-88B5-8037B30E37C6}" dt="2026-01-15T15:12:11.661" v="1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Bharghav ram Galla" userId="c2740940ca04cb08" providerId="LiveId" clId="{CF52F118-42C3-4931-88B5-8037B30E37C6}" dt="2026-01-15T15:12:16.111" v="2" actId="478"/>
          <ac:spMkLst>
            <pc:docMk/>
            <pc:sldMk cId="0" sldId="256"/>
            <ac:spMk id="6" creationId="{E5FCD026-B4E2-0F0D-0257-3BCCFA597EC3}"/>
          </ac:spMkLst>
        </pc:spChg>
      </pc:sldChg>
      <pc:sldChg chg="modSp mod">
        <pc:chgData name="Bharghav ram Galla" userId="c2740940ca04cb08" providerId="LiveId" clId="{CF52F118-42C3-4931-88B5-8037B30E37C6}" dt="2026-01-15T15:12:49.463" v="47" actId="20577"/>
        <pc:sldMkLst>
          <pc:docMk/>
          <pc:sldMk cId="0" sldId="257"/>
        </pc:sldMkLst>
        <pc:spChg chg="mod">
          <ac:chgData name="Bharghav ram Galla" userId="c2740940ca04cb08" providerId="LiveId" clId="{CF52F118-42C3-4931-88B5-8037B30E37C6}" dt="2026-01-15T15:12:49.463" v="47" actId="20577"/>
          <ac:spMkLst>
            <pc:docMk/>
            <pc:sldMk cId="0" sldId="257"/>
            <ac:spMk id="24" creationId="{65A49929-B13F-193C-4F18-D43A77A24282}"/>
          </ac:spMkLst>
        </pc:spChg>
      </pc:sldChg>
      <pc:sldChg chg="modSp mod">
        <pc:chgData name="Bharghav ram Galla" userId="c2740940ca04cb08" providerId="LiveId" clId="{CF52F118-42C3-4931-88B5-8037B30E37C6}" dt="2026-01-15T15:16:10.132" v="154" actId="1076"/>
        <pc:sldMkLst>
          <pc:docMk/>
          <pc:sldMk cId="0" sldId="260"/>
        </pc:sldMkLst>
        <pc:spChg chg="mod">
          <ac:chgData name="Bharghav ram Galla" userId="c2740940ca04cb08" providerId="LiveId" clId="{CF52F118-42C3-4931-88B5-8037B30E37C6}" dt="2026-01-15T15:15:14.882" v="102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Bharghav ram Galla" userId="c2740940ca04cb08" providerId="LiveId" clId="{CF52F118-42C3-4931-88B5-8037B30E37C6}" dt="2026-01-15T15:16:10.132" v="154" actId="1076"/>
          <ac:spMkLst>
            <pc:docMk/>
            <pc:sldMk cId="0" sldId="260"/>
            <ac:spMk id="21" creationId="{D5A67B58-EF02-DA48-DDC5-C91414BF9579}"/>
          </ac:spMkLst>
        </pc:spChg>
      </pc:sldChg>
      <pc:sldChg chg="del">
        <pc:chgData name="Bharghav ram Galla" userId="c2740940ca04cb08" providerId="LiveId" clId="{CF52F118-42C3-4931-88B5-8037B30E37C6}" dt="2026-01-15T15:16:42.502" v="155" actId="2696"/>
        <pc:sldMkLst>
          <pc:docMk/>
          <pc:sldMk cId="0" sldId="262"/>
        </pc:sldMkLst>
      </pc:sldChg>
      <pc:sldChg chg="delSp modSp mod">
        <pc:chgData name="Bharghav ram Galla" userId="c2740940ca04cb08" providerId="LiveId" clId="{CF52F118-42C3-4931-88B5-8037B30E37C6}" dt="2026-01-15T15:17:09.060" v="160" actId="1035"/>
        <pc:sldMkLst>
          <pc:docMk/>
          <pc:sldMk cId="0" sldId="265"/>
        </pc:sldMkLst>
        <pc:spChg chg="mod">
          <ac:chgData name="Bharghav ram Galla" userId="c2740940ca04cb08" providerId="LiveId" clId="{CF52F118-42C3-4931-88B5-8037B30E37C6}" dt="2026-01-15T15:17:09.060" v="160" actId="1035"/>
          <ac:spMkLst>
            <pc:docMk/>
            <pc:sldMk cId="0" sldId="265"/>
            <ac:spMk id="3" creationId="{00000000-0000-0000-0000-000000000000}"/>
          </ac:spMkLst>
        </pc:spChg>
        <pc:spChg chg="del">
          <ac:chgData name="Bharghav ram Galla" userId="c2740940ca04cb08" providerId="LiveId" clId="{CF52F118-42C3-4931-88B5-8037B30E37C6}" dt="2026-01-15T15:17:02.385" v="157" actId="478"/>
          <ac:spMkLst>
            <pc:docMk/>
            <pc:sldMk cId="0" sldId="265"/>
            <ac:spMk id="4" creationId="{00000000-0000-0000-0000-000000000000}"/>
          </ac:spMkLst>
        </pc:spChg>
      </pc:sldChg>
      <pc:sldChg chg="del">
        <pc:chgData name="Bharghav ram Galla" userId="c2740940ca04cb08" providerId="LiveId" clId="{CF52F118-42C3-4931-88B5-8037B30E37C6}" dt="2026-01-15T15:16:56.276" v="156" actId="2696"/>
        <pc:sldMkLst>
          <pc:docMk/>
          <pc:sldMk cId="2161256863" sldId="269"/>
        </pc:sldMkLst>
      </pc:sldChg>
      <pc:sldChg chg="modSp mod">
        <pc:chgData name="Bharghav ram Galla" userId="c2740940ca04cb08" providerId="LiveId" clId="{CF52F118-42C3-4931-88B5-8037B30E37C6}" dt="2026-01-15T15:14:42.214" v="95" actId="1076"/>
        <pc:sldMkLst>
          <pc:docMk/>
          <pc:sldMk cId="2974808686" sldId="271"/>
        </pc:sldMkLst>
        <pc:spChg chg="mod">
          <ac:chgData name="Bharghav ram Galla" userId="c2740940ca04cb08" providerId="LiveId" clId="{CF52F118-42C3-4931-88B5-8037B30E37C6}" dt="2026-01-15T15:14:28.316" v="93" actId="20577"/>
          <ac:spMkLst>
            <pc:docMk/>
            <pc:sldMk cId="2974808686" sldId="271"/>
            <ac:spMk id="11" creationId="{7CC81918-A8EE-CA38-A697-D4F029FDED25}"/>
          </ac:spMkLst>
        </pc:spChg>
        <pc:spChg chg="mod">
          <ac:chgData name="Bharghav ram Galla" userId="c2740940ca04cb08" providerId="LiveId" clId="{CF52F118-42C3-4931-88B5-8037B30E37C6}" dt="2026-01-15T15:14:36.797" v="94" actId="1076"/>
          <ac:spMkLst>
            <pc:docMk/>
            <pc:sldMk cId="2974808686" sldId="271"/>
            <ac:spMk id="13" creationId="{6EF7AB7E-1612-BCE7-EB4C-A1E6526A1770}"/>
          </ac:spMkLst>
        </pc:spChg>
        <pc:spChg chg="mod">
          <ac:chgData name="Bharghav ram Galla" userId="c2740940ca04cb08" providerId="LiveId" clId="{CF52F118-42C3-4931-88B5-8037B30E37C6}" dt="2026-01-15T15:14:42.214" v="95" actId="1076"/>
          <ac:spMkLst>
            <pc:docMk/>
            <pc:sldMk cId="2974808686" sldId="271"/>
            <ac:spMk id="15" creationId="{28DA5519-8EA7-125C-87FA-CAA302586828}"/>
          </ac:spMkLst>
        </pc:spChg>
      </pc:sldChg>
      <pc:sldChg chg="modSp mod">
        <pc:chgData name="Bharghav ram Galla" userId="c2740940ca04cb08" providerId="LiveId" clId="{CF52F118-42C3-4931-88B5-8037B30E37C6}" dt="2026-01-15T15:17:31.370" v="179" actId="20577"/>
        <pc:sldMkLst>
          <pc:docMk/>
          <pc:sldMk cId="3706918143" sldId="272"/>
        </pc:sldMkLst>
        <pc:spChg chg="mod">
          <ac:chgData name="Bharghav ram Galla" userId="c2740940ca04cb08" providerId="LiveId" clId="{CF52F118-42C3-4931-88B5-8037B30E37C6}" dt="2026-01-15T15:17:31.370" v="179" actId="20577"/>
          <ac:spMkLst>
            <pc:docMk/>
            <pc:sldMk cId="3706918143" sldId="272"/>
            <ac:spMk id="11" creationId="{8E7F9552-2CB9-35CB-810C-B614D8674B2E}"/>
          </ac:spMkLst>
        </pc:spChg>
      </pc:sldChg>
    </pc:docChg>
  </pc:docChgLst>
  <pc:docChgLst>
    <pc:chgData name="Chaitanya Sri" userId="ce7cd60cb5ff0a80" providerId="LiveId" clId="{A2C663D9-E38C-44B9-9825-3C60C5AE3459}"/>
    <pc:docChg chg="undo custSel addSld delSld modSld modMainMaster">
      <pc:chgData name="Chaitanya Sri" userId="ce7cd60cb5ff0a80" providerId="LiveId" clId="{A2C663D9-E38C-44B9-9825-3C60C5AE3459}" dt="2026-01-08T07:25:27.136" v="1033" actId="2696"/>
      <pc:docMkLst>
        <pc:docMk/>
      </pc:docMkLst>
      <pc:sldChg chg="modSp mod setBg">
        <pc:chgData name="Chaitanya Sri" userId="ce7cd60cb5ff0a80" providerId="LiveId" clId="{A2C663D9-E38C-44B9-9825-3C60C5AE3459}" dt="2026-01-08T04:55:08.759" v="958" actId="20577"/>
        <pc:sldMkLst>
          <pc:docMk/>
          <pc:sldMk cId="0" sldId="256"/>
        </pc:sldMkLst>
        <pc:spChg chg="mod">
          <ac:chgData name="Chaitanya Sri" userId="ce7cd60cb5ff0a80" providerId="LiveId" clId="{A2C663D9-E38C-44B9-9825-3C60C5AE3459}" dt="2026-01-07T04:40:28.839" v="831" actId="1076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 setBg">
        <pc:chgData name="Chaitanya Sri" userId="ce7cd60cb5ff0a80" providerId="LiveId" clId="{A2C663D9-E38C-44B9-9825-3C60C5AE3459}" dt="2026-01-08T05:53:51.216" v="1030" actId="1076"/>
        <pc:sldMkLst>
          <pc:docMk/>
          <pc:sldMk cId="0" sldId="257"/>
        </pc:sldMkLst>
        <pc:spChg chg="mod">
          <ac:chgData name="Chaitanya Sri" userId="ce7cd60cb5ff0a80" providerId="LiveId" clId="{A2C663D9-E38C-44B9-9825-3C60C5AE3459}" dt="2026-01-07T03:58:04.926" v="512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Chaitanya Sri" userId="ce7cd60cb5ff0a80" providerId="LiveId" clId="{A2C663D9-E38C-44B9-9825-3C60C5AE3459}" dt="2026-01-08T05:53:51.216" v="1030" actId="1076"/>
          <ac:spMkLst>
            <pc:docMk/>
            <pc:sldMk cId="0" sldId="257"/>
            <ac:spMk id="24" creationId="{65A49929-B13F-193C-4F18-D43A77A24282}"/>
          </ac:spMkLst>
        </pc:spChg>
      </pc:sldChg>
      <pc:sldChg chg="modSp mod">
        <pc:chgData name="Chaitanya Sri" userId="ce7cd60cb5ff0a80" providerId="LiveId" clId="{A2C663D9-E38C-44B9-9825-3C60C5AE3459}" dt="2026-01-08T04:56:38.515" v="973" actId="207"/>
        <pc:sldMkLst>
          <pc:docMk/>
          <pc:sldMk cId="0" sldId="258"/>
        </pc:sldMkLst>
        <pc:spChg chg="mod">
          <ac:chgData name="Chaitanya Sri" userId="ce7cd60cb5ff0a80" providerId="LiveId" clId="{A2C663D9-E38C-44B9-9825-3C60C5AE3459}" dt="2026-01-07T03:54:45.151" v="488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Chaitanya Sri" userId="ce7cd60cb5ff0a80" providerId="LiveId" clId="{A2C663D9-E38C-44B9-9825-3C60C5AE3459}" dt="2026-01-08T04:56:38.515" v="973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Chaitanya Sri" userId="ce7cd60cb5ff0a80" providerId="LiveId" clId="{A2C663D9-E38C-44B9-9825-3C60C5AE3459}" dt="2026-01-08T04:56:28.077" v="970" actId="207"/>
          <ac:spMkLst>
            <pc:docMk/>
            <pc:sldMk cId="0" sldId="258"/>
            <ac:spMk id="12" creationId="{9562B92A-EE8F-8853-C343-8D1DB502A985}"/>
          </ac:spMkLst>
        </pc:spChg>
      </pc:sldChg>
      <pc:sldChg chg="addSp delSp modSp mod">
        <pc:chgData name="Chaitanya Sri" userId="ce7cd60cb5ff0a80" providerId="LiveId" clId="{A2C663D9-E38C-44B9-9825-3C60C5AE3459}" dt="2026-01-08T04:57:13.755" v="974" actId="207"/>
        <pc:sldMkLst>
          <pc:docMk/>
          <pc:sldMk cId="0" sldId="260"/>
        </pc:sldMkLst>
        <pc:spChg chg="mod">
          <ac:chgData name="Chaitanya Sri" userId="ce7cd60cb5ff0a80" providerId="LiveId" clId="{A2C663D9-E38C-44B9-9825-3C60C5AE3459}" dt="2026-01-07T04:08:53.302" v="611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Chaitanya Sri" userId="ce7cd60cb5ff0a80" providerId="LiveId" clId="{A2C663D9-E38C-44B9-9825-3C60C5AE3459}" dt="2026-01-08T04:57:13.755" v="974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Chaitanya Sri" userId="ce7cd60cb5ff0a80" providerId="LiveId" clId="{A2C663D9-E38C-44B9-9825-3C60C5AE3459}" dt="2026-01-07T04:19:12.393" v="699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Chaitanya Sri" userId="ce7cd60cb5ff0a80" providerId="LiveId" clId="{A2C663D9-E38C-44B9-9825-3C60C5AE3459}" dt="2026-01-07T04:17:19.471" v="683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Chaitanya Sri" userId="ce7cd60cb5ff0a80" providerId="LiveId" clId="{A2C663D9-E38C-44B9-9825-3C60C5AE3459}" dt="2026-01-07T04:17:32.884" v="686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Chaitanya Sri" userId="ce7cd60cb5ff0a80" providerId="LiveId" clId="{A2C663D9-E38C-44B9-9825-3C60C5AE3459}" dt="2026-01-07T04:17:37.696" v="687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Chaitanya Sri" userId="ce7cd60cb5ff0a80" providerId="LiveId" clId="{A2C663D9-E38C-44B9-9825-3C60C5AE3459}" dt="2026-01-07T04:18:03.519" v="691" actId="1076"/>
          <ac:spMkLst>
            <pc:docMk/>
            <pc:sldMk cId="0" sldId="260"/>
            <ac:spMk id="10" creationId="{00000000-0000-0000-0000-000000000000}"/>
          </ac:spMkLst>
        </pc:spChg>
        <pc:spChg chg="add mod">
          <ac:chgData name="Chaitanya Sri" userId="ce7cd60cb5ff0a80" providerId="LiveId" clId="{A2C663D9-E38C-44B9-9825-3C60C5AE3459}" dt="2026-01-07T04:17:52.763" v="689" actId="1076"/>
          <ac:spMkLst>
            <pc:docMk/>
            <pc:sldMk cId="0" sldId="260"/>
            <ac:spMk id="11" creationId="{64B6A0CF-2065-6D34-84DF-E4BD46CC3FF6}"/>
          </ac:spMkLst>
        </pc:spChg>
        <pc:spChg chg="add mod">
          <ac:chgData name="Chaitanya Sri" userId="ce7cd60cb5ff0a80" providerId="LiveId" clId="{A2C663D9-E38C-44B9-9825-3C60C5AE3459}" dt="2026-01-07T04:18:24.097" v="693" actId="1076"/>
          <ac:spMkLst>
            <pc:docMk/>
            <pc:sldMk cId="0" sldId="260"/>
            <ac:spMk id="13" creationId="{0259458C-9B10-979C-D8AC-C5C97EDC5F05}"/>
          </ac:spMkLst>
        </pc:spChg>
        <pc:spChg chg="add mod">
          <ac:chgData name="Chaitanya Sri" userId="ce7cd60cb5ff0a80" providerId="LiveId" clId="{A2C663D9-E38C-44B9-9825-3C60C5AE3459}" dt="2026-01-07T04:18:08.551" v="692" actId="1076"/>
          <ac:spMkLst>
            <pc:docMk/>
            <pc:sldMk cId="0" sldId="260"/>
            <ac:spMk id="16" creationId="{BB998601-D3EF-F7C5-E093-25DECAED1EC6}"/>
          </ac:spMkLst>
        </pc:spChg>
        <pc:spChg chg="add mod">
          <ac:chgData name="Chaitanya Sri" userId="ce7cd60cb5ff0a80" providerId="LiveId" clId="{A2C663D9-E38C-44B9-9825-3C60C5AE3459}" dt="2026-01-07T04:19:08.616" v="698" actId="1076"/>
          <ac:spMkLst>
            <pc:docMk/>
            <pc:sldMk cId="0" sldId="260"/>
            <ac:spMk id="18" creationId="{0D19B32B-1EBA-8420-F3B2-5FEF0E078E66}"/>
          </ac:spMkLst>
        </pc:spChg>
        <pc:spChg chg="add mod">
          <ac:chgData name="Chaitanya Sri" userId="ce7cd60cb5ff0a80" providerId="LiveId" clId="{A2C663D9-E38C-44B9-9825-3C60C5AE3459}" dt="2026-01-07T04:17:26.348" v="685" actId="1076"/>
          <ac:spMkLst>
            <pc:docMk/>
            <pc:sldMk cId="0" sldId="260"/>
            <ac:spMk id="21" creationId="{D5A67B58-EF02-DA48-DDC5-C91414BF9579}"/>
          </ac:spMkLst>
        </pc:spChg>
      </pc:sldChg>
      <pc:sldChg chg="addSp modSp mod">
        <pc:chgData name="Chaitanya Sri" userId="ce7cd60cb5ff0a80" providerId="LiveId" clId="{A2C663D9-E38C-44B9-9825-3C60C5AE3459}" dt="2026-01-08T05:06:40.637" v="997" actId="207"/>
        <pc:sldMkLst>
          <pc:docMk/>
          <pc:sldMk cId="0" sldId="264"/>
        </pc:sldMkLst>
        <pc:spChg chg="mod">
          <ac:chgData name="Chaitanya Sri" userId="ce7cd60cb5ff0a80" providerId="LiveId" clId="{A2C663D9-E38C-44B9-9825-3C60C5AE3459}" dt="2026-01-07T15:29:03.864" v="905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Chaitanya Sri" userId="ce7cd60cb5ff0a80" providerId="LiveId" clId="{A2C663D9-E38C-44B9-9825-3C60C5AE3459}" dt="2026-01-08T05:06:25.950" v="994" actId="207"/>
          <ac:spMkLst>
            <pc:docMk/>
            <pc:sldMk cId="0" sldId="264"/>
            <ac:spMk id="4" creationId="{00000000-0000-0000-0000-000000000000}"/>
          </ac:spMkLst>
        </pc:spChg>
        <pc:spChg chg="mod">
          <ac:chgData name="Chaitanya Sri" userId="ce7cd60cb5ff0a80" providerId="LiveId" clId="{A2C663D9-E38C-44B9-9825-3C60C5AE3459}" dt="2026-01-07T15:29:37.271" v="910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Chaitanya Sri" userId="ce7cd60cb5ff0a80" providerId="LiveId" clId="{A2C663D9-E38C-44B9-9825-3C60C5AE3459}" dt="2026-01-08T05:06:31.812" v="995" actId="207"/>
          <ac:spMkLst>
            <pc:docMk/>
            <pc:sldMk cId="0" sldId="264"/>
            <ac:spMk id="6" creationId="{00000000-0000-0000-0000-000000000000}"/>
          </ac:spMkLst>
        </pc:spChg>
        <pc:spChg chg="mod">
          <ac:chgData name="Chaitanya Sri" userId="ce7cd60cb5ff0a80" providerId="LiveId" clId="{A2C663D9-E38C-44B9-9825-3C60C5AE3459}" dt="2026-01-07T15:28:21.857" v="901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Chaitanya Sri" userId="ce7cd60cb5ff0a80" providerId="LiveId" clId="{A2C663D9-E38C-44B9-9825-3C60C5AE3459}" dt="2026-01-08T05:06:36.030" v="996" actId="207"/>
          <ac:spMkLst>
            <pc:docMk/>
            <pc:sldMk cId="0" sldId="264"/>
            <ac:spMk id="8" creationId="{00000000-0000-0000-0000-000000000000}"/>
          </ac:spMkLst>
        </pc:spChg>
        <pc:spChg chg="mod">
          <ac:chgData name="Chaitanya Sri" userId="ce7cd60cb5ff0a80" providerId="LiveId" clId="{A2C663D9-E38C-44B9-9825-3C60C5AE3459}" dt="2026-01-07T15:27:35.622" v="896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Chaitanya Sri" userId="ce7cd60cb5ff0a80" providerId="LiveId" clId="{A2C663D9-E38C-44B9-9825-3C60C5AE3459}" dt="2026-01-08T05:06:40.637" v="997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Chaitanya Sri" userId="ce7cd60cb5ff0a80" providerId="LiveId" clId="{A2C663D9-E38C-44B9-9825-3C60C5AE3459}" dt="2026-01-07T15:27:48.037" v="898" actId="1076"/>
          <ac:spMkLst>
            <pc:docMk/>
            <pc:sldMk cId="0" sldId="264"/>
            <ac:spMk id="11" creationId="{00000000-0000-0000-0000-000000000000}"/>
          </ac:spMkLst>
        </pc:spChg>
        <pc:spChg chg="add mod">
          <ac:chgData name="Chaitanya Sri" userId="ce7cd60cb5ff0a80" providerId="LiveId" clId="{A2C663D9-E38C-44B9-9825-3C60C5AE3459}" dt="2026-01-07T15:29:48.485" v="912" actId="1076"/>
          <ac:spMkLst>
            <pc:docMk/>
            <pc:sldMk cId="0" sldId="264"/>
            <ac:spMk id="12" creationId="{E4FEEB11-6AF6-BD77-9D49-E16C1C66A396}"/>
          </ac:spMkLst>
        </pc:spChg>
        <pc:spChg chg="add mod">
          <ac:chgData name="Chaitanya Sri" userId="ce7cd60cb5ff0a80" providerId="LiveId" clId="{A2C663D9-E38C-44B9-9825-3C60C5AE3459}" dt="2026-01-07T15:26:14.814" v="888" actId="1076"/>
          <ac:spMkLst>
            <pc:docMk/>
            <pc:sldMk cId="0" sldId="264"/>
            <ac:spMk id="14" creationId="{BE1D879A-1660-C314-9BCD-6F946DBC12F7}"/>
          </ac:spMkLst>
        </pc:spChg>
        <pc:spChg chg="add mod">
          <ac:chgData name="Chaitanya Sri" userId="ce7cd60cb5ff0a80" providerId="LiveId" clId="{A2C663D9-E38C-44B9-9825-3C60C5AE3459}" dt="2026-01-07T15:27:52.266" v="899" actId="1076"/>
          <ac:spMkLst>
            <pc:docMk/>
            <pc:sldMk cId="0" sldId="264"/>
            <ac:spMk id="17" creationId="{D0E87D0E-2C39-5266-28A2-DE41970177B7}"/>
          </ac:spMkLst>
        </pc:spChg>
        <pc:picChg chg="mod">
          <ac:chgData name="Chaitanya Sri" userId="ce7cd60cb5ff0a80" providerId="LiveId" clId="{A2C663D9-E38C-44B9-9825-3C60C5AE3459}" dt="2026-01-07T15:24:43.396" v="877" actId="1076"/>
          <ac:picMkLst>
            <pc:docMk/>
            <pc:sldMk cId="0" sldId="264"/>
            <ac:picMk id="15" creationId="{6DA8AFEE-4ECB-054C-9C6A-F8330085769A}"/>
          </ac:picMkLst>
        </pc:picChg>
      </pc:sldChg>
      <pc:sldChg chg="modSp mod">
        <pc:chgData name="Chaitanya Sri" userId="ce7cd60cb5ff0a80" providerId="LiveId" clId="{A2C663D9-E38C-44B9-9825-3C60C5AE3459}" dt="2026-01-08T05:08:51.473" v="1015" actId="207"/>
        <pc:sldMkLst>
          <pc:docMk/>
          <pc:sldMk cId="0" sldId="265"/>
        </pc:sldMkLst>
        <pc:spChg chg="mod">
          <ac:chgData name="Chaitanya Sri" userId="ce7cd60cb5ff0a80" providerId="LiveId" clId="{A2C663D9-E38C-44B9-9825-3C60C5AE3459}" dt="2026-01-07T04:42:39.407" v="832" actId="2711"/>
          <ac:spMkLst>
            <pc:docMk/>
            <pc:sldMk cId="0" sldId="265"/>
            <ac:spMk id="3" creationId="{00000000-0000-0000-0000-000000000000}"/>
          </ac:spMkLst>
        </pc:spChg>
      </pc:sldChg>
      <pc:sldChg chg="modSp mod setBg">
        <pc:chgData name="Chaitanya Sri" userId="ce7cd60cb5ff0a80" providerId="LiveId" clId="{A2C663D9-E38C-44B9-9825-3C60C5AE3459}" dt="2026-01-08T05:11:09.771" v="1023"/>
        <pc:sldMkLst>
          <pc:docMk/>
          <pc:sldMk cId="1943086554" sldId="267"/>
        </pc:sldMkLst>
        <pc:spChg chg="mod">
          <ac:chgData name="Chaitanya Sri" userId="ce7cd60cb5ff0a80" providerId="LiveId" clId="{A2C663D9-E38C-44B9-9825-3C60C5AE3459}" dt="2026-01-08T05:11:09.771" v="1023"/>
          <ac:spMkLst>
            <pc:docMk/>
            <pc:sldMk cId="1943086554" sldId="267"/>
            <ac:spMk id="2" creationId="{AC1A02EA-8E0D-F15A-9C88-4724C3F6F580}"/>
          </ac:spMkLst>
        </pc:spChg>
        <pc:spChg chg="mod">
          <ac:chgData name="Chaitanya Sri" userId="ce7cd60cb5ff0a80" providerId="LiveId" clId="{A2C663D9-E38C-44B9-9825-3C60C5AE3459}" dt="2026-01-07T04:08:01.986" v="604" actId="1076"/>
          <ac:spMkLst>
            <pc:docMk/>
            <pc:sldMk cId="1943086554" sldId="267"/>
            <ac:spMk id="12" creationId="{4E4E955E-6EB2-9198-9A51-934346ACFD6D}"/>
          </ac:spMkLst>
        </pc:spChg>
        <pc:spChg chg="mod">
          <ac:chgData name="Chaitanya Sri" userId="ce7cd60cb5ff0a80" providerId="LiveId" clId="{A2C663D9-E38C-44B9-9825-3C60C5AE3459}" dt="2026-01-07T04:08:18.491" v="607" actId="1076"/>
          <ac:spMkLst>
            <pc:docMk/>
            <pc:sldMk cId="1943086554" sldId="267"/>
            <ac:spMk id="14" creationId="{6AAE868B-8319-86F3-3562-D3435DFE2880}"/>
          </ac:spMkLst>
        </pc:spChg>
        <pc:spChg chg="mod">
          <ac:chgData name="Chaitanya Sri" userId="ce7cd60cb5ff0a80" providerId="LiveId" clId="{A2C663D9-E38C-44B9-9825-3C60C5AE3459}" dt="2026-01-07T04:08:28.147" v="608" actId="2711"/>
          <ac:spMkLst>
            <pc:docMk/>
            <pc:sldMk cId="1943086554" sldId="267"/>
            <ac:spMk id="16" creationId="{6AE20144-003C-E082-0298-5D6F29BEFEDC}"/>
          </ac:spMkLst>
        </pc:spChg>
        <pc:spChg chg="mod">
          <ac:chgData name="Chaitanya Sri" userId="ce7cd60cb5ff0a80" providerId="LiveId" clId="{A2C663D9-E38C-44B9-9825-3C60C5AE3459}" dt="2026-01-07T04:08:34.845" v="609" actId="2711"/>
          <ac:spMkLst>
            <pc:docMk/>
            <pc:sldMk cId="1943086554" sldId="267"/>
            <ac:spMk id="18" creationId="{19EA3F9D-0E22-AAD2-6FEE-5A421E650C9D}"/>
          </ac:spMkLst>
        </pc:spChg>
      </pc:sldChg>
      <pc:sldChg chg="addSp modSp mod">
        <pc:chgData name="Chaitanya Sri" userId="ce7cd60cb5ff0a80" providerId="LiveId" clId="{A2C663D9-E38C-44B9-9825-3C60C5AE3459}" dt="2026-01-07T15:18:00.687" v="862" actId="1036"/>
        <pc:sldMkLst>
          <pc:docMk/>
          <pc:sldMk cId="1988100449" sldId="270"/>
        </pc:sldMkLst>
        <pc:spChg chg="add mod">
          <ac:chgData name="Chaitanya Sri" userId="ce7cd60cb5ff0a80" providerId="LiveId" clId="{A2C663D9-E38C-44B9-9825-3C60C5AE3459}" dt="2026-01-07T03:14:25.728" v="22" actId="20577"/>
          <ac:spMkLst>
            <pc:docMk/>
            <pc:sldMk cId="1988100449" sldId="270"/>
            <ac:spMk id="4" creationId="{B487748C-800C-6B04-56B4-6F4EBF267ADC}"/>
          </ac:spMkLst>
        </pc:spChg>
        <pc:spChg chg="add mod">
          <ac:chgData name="Chaitanya Sri" userId="ce7cd60cb5ff0a80" providerId="LiveId" clId="{A2C663D9-E38C-44B9-9825-3C60C5AE3459}" dt="2026-01-07T03:11:05.892" v="6" actId="1076"/>
          <ac:spMkLst>
            <pc:docMk/>
            <pc:sldMk cId="1988100449" sldId="270"/>
            <ac:spMk id="6" creationId="{C761451E-58E7-0CC5-82EA-6211DFDD053B}"/>
          </ac:spMkLst>
        </pc:spChg>
        <pc:picChg chg="mod">
          <ac:chgData name="Chaitanya Sri" userId="ce7cd60cb5ff0a80" providerId="LiveId" clId="{A2C663D9-E38C-44B9-9825-3C60C5AE3459}" dt="2026-01-07T15:18:00.687" v="862" actId="1036"/>
          <ac:picMkLst>
            <pc:docMk/>
            <pc:sldMk cId="1988100449" sldId="270"/>
            <ac:picMk id="2" creationId="{DE92D75B-828E-1DC0-E624-6DE3E382FFE1}"/>
          </ac:picMkLst>
        </pc:picChg>
      </pc:sldChg>
      <pc:sldChg chg="addSp modSp new mod">
        <pc:chgData name="Chaitanya Sri" userId="ce7cd60cb5ff0a80" providerId="LiveId" clId="{A2C663D9-E38C-44B9-9825-3C60C5AE3459}" dt="2026-01-07T04:07:26.698" v="600" actId="1076"/>
        <pc:sldMkLst>
          <pc:docMk/>
          <pc:sldMk cId="2974808686" sldId="271"/>
        </pc:sldMkLst>
        <pc:spChg chg="add mod">
          <ac:chgData name="Chaitanya Sri" userId="ce7cd60cb5ff0a80" providerId="LiveId" clId="{A2C663D9-E38C-44B9-9825-3C60C5AE3459}" dt="2026-01-07T04:06:04.540" v="589" actId="1076"/>
          <ac:spMkLst>
            <pc:docMk/>
            <pc:sldMk cId="2974808686" sldId="271"/>
            <ac:spMk id="3" creationId="{0CC7C9F6-20F3-D9B6-FD61-943C780EB84F}"/>
          </ac:spMkLst>
        </pc:spChg>
        <pc:spChg chg="add mod">
          <ac:chgData name="Chaitanya Sri" userId="ce7cd60cb5ff0a80" providerId="LiveId" clId="{A2C663D9-E38C-44B9-9825-3C60C5AE3459}" dt="2026-01-07T04:06:12.404" v="591" actId="1076"/>
          <ac:spMkLst>
            <pc:docMk/>
            <pc:sldMk cId="2974808686" sldId="271"/>
            <ac:spMk id="5" creationId="{2B60EF14-E900-04A9-5E24-90A1D5C68229}"/>
          </ac:spMkLst>
        </pc:spChg>
        <pc:spChg chg="add mod">
          <ac:chgData name="Chaitanya Sri" userId="ce7cd60cb5ff0a80" providerId="LiveId" clId="{A2C663D9-E38C-44B9-9825-3C60C5AE3459}" dt="2026-01-07T04:06:31.732" v="593" actId="1076"/>
          <ac:spMkLst>
            <pc:docMk/>
            <pc:sldMk cId="2974808686" sldId="271"/>
            <ac:spMk id="7" creationId="{BFA400DC-1643-B054-CAD5-7AB9E27663E4}"/>
          </ac:spMkLst>
        </pc:spChg>
        <pc:spChg chg="add mod">
          <ac:chgData name="Chaitanya Sri" userId="ce7cd60cb5ff0a80" providerId="LiveId" clId="{A2C663D9-E38C-44B9-9825-3C60C5AE3459}" dt="2026-01-07T04:06:23.859" v="592" actId="1076"/>
          <ac:spMkLst>
            <pc:docMk/>
            <pc:sldMk cId="2974808686" sldId="271"/>
            <ac:spMk id="9" creationId="{6197F40B-7F3D-72C4-E6DE-C9FB213F204D}"/>
          </ac:spMkLst>
        </pc:spChg>
        <pc:spChg chg="add mod">
          <ac:chgData name="Chaitanya Sri" userId="ce7cd60cb5ff0a80" providerId="LiveId" clId="{A2C663D9-E38C-44B9-9825-3C60C5AE3459}" dt="2026-01-07T04:07:26.698" v="600" actId="1076"/>
          <ac:spMkLst>
            <pc:docMk/>
            <pc:sldMk cId="2974808686" sldId="271"/>
            <ac:spMk id="11" creationId="{7CC81918-A8EE-CA38-A697-D4F029FDED25}"/>
          </ac:spMkLst>
        </pc:spChg>
        <pc:spChg chg="add mod">
          <ac:chgData name="Chaitanya Sri" userId="ce7cd60cb5ff0a80" providerId="LiveId" clId="{A2C663D9-E38C-44B9-9825-3C60C5AE3459}" dt="2026-01-07T04:06:35.351" v="594" actId="1076"/>
          <ac:spMkLst>
            <pc:docMk/>
            <pc:sldMk cId="2974808686" sldId="271"/>
            <ac:spMk id="13" creationId="{6EF7AB7E-1612-BCE7-EB4C-A1E6526A1770}"/>
          </ac:spMkLst>
        </pc:spChg>
        <pc:spChg chg="add mod">
          <ac:chgData name="Chaitanya Sri" userId="ce7cd60cb5ff0a80" providerId="LiveId" clId="{A2C663D9-E38C-44B9-9825-3C60C5AE3459}" dt="2026-01-07T04:06:41.737" v="595" actId="1076"/>
          <ac:spMkLst>
            <pc:docMk/>
            <pc:sldMk cId="2974808686" sldId="271"/>
            <ac:spMk id="15" creationId="{28DA5519-8EA7-125C-87FA-CAA302586828}"/>
          </ac:spMkLst>
        </pc:spChg>
        <pc:spChg chg="add mod">
          <ac:chgData name="Chaitanya Sri" userId="ce7cd60cb5ff0a80" providerId="LiveId" clId="{A2C663D9-E38C-44B9-9825-3C60C5AE3459}" dt="2026-01-07T04:06:46.184" v="596" actId="1076"/>
          <ac:spMkLst>
            <pc:docMk/>
            <pc:sldMk cId="2974808686" sldId="271"/>
            <ac:spMk id="17" creationId="{59DB94FF-DCFC-0AE1-798C-381AD91411DB}"/>
          </ac:spMkLst>
        </pc:spChg>
        <pc:spChg chg="add mod">
          <ac:chgData name="Chaitanya Sri" userId="ce7cd60cb5ff0a80" providerId="LiveId" clId="{A2C663D9-E38C-44B9-9825-3C60C5AE3459}" dt="2026-01-07T04:06:54.176" v="597" actId="1076"/>
          <ac:spMkLst>
            <pc:docMk/>
            <pc:sldMk cId="2974808686" sldId="271"/>
            <ac:spMk id="19" creationId="{04755004-F095-F992-873F-0FACA6D36A96}"/>
          </ac:spMkLst>
        </pc:spChg>
        <pc:spChg chg="add mod">
          <ac:chgData name="Chaitanya Sri" userId="ce7cd60cb5ff0a80" providerId="LiveId" clId="{A2C663D9-E38C-44B9-9825-3C60C5AE3459}" dt="2026-01-07T04:07:02.531" v="598" actId="1076"/>
          <ac:spMkLst>
            <pc:docMk/>
            <pc:sldMk cId="2974808686" sldId="271"/>
            <ac:spMk id="21" creationId="{8C26EA11-6D57-50A3-4A52-89E3159B014F}"/>
          </ac:spMkLst>
        </pc:spChg>
        <pc:spChg chg="add mod">
          <ac:chgData name="Chaitanya Sri" userId="ce7cd60cb5ff0a80" providerId="LiveId" clId="{A2C663D9-E38C-44B9-9825-3C60C5AE3459}" dt="2026-01-07T04:07:08.454" v="599" actId="1076"/>
          <ac:spMkLst>
            <pc:docMk/>
            <pc:sldMk cId="2974808686" sldId="271"/>
            <ac:spMk id="23" creationId="{B845E5FD-FFB6-C341-D9F9-5903E48093DB}"/>
          </ac:spMkLst>
        </pc:spChg>
      </pc:sldChg>
      <pc:sldChg chg="addSp delSp modSp new mod">
        <pc:chgData name="Chaitanya Sri" userId="ce7cd60cb5ff0a80" providerId="LiveId" clId="{A2C663D9-E38C-44B9-9825-3C60C5AE3459}" dt="2026-01-08T05:07:54.119" v="1014" actId="20577"/>
        <pc:sldMkLst>
          <pc:docMk/>
          <pc:sldMk cId="3706918143" sldId="272"/>
        </pc:sldMkLst>
        <pc:spChg chg="add mod">
          <ac:chgData name="Chaitanya Sri" userId="ce7cd60cb5ff0a80" providerId="LiveId" clId="{A2C663D9-E38C-44B9-9825-3C60C5AE3459}" dt="2026-01-07T04:21:27.987" v="712" actId="1076"/>
          <ac:spMkLst>
            <pc:docMk/>
            <pc:sldMk cId="3706918143" sldId="272"/>
            <ac:spMk id="3" creationId="{5DA0F358-AE6B-BAAB-DABD-EF5782500F0D}"/>
          </ac:spMkLst>
        </pc:spChg>
        <pc:spChg chg="add mod">
          <ac:chgData name="Chaitanya Sri" userId="ce7cd60cb5ff0a80" providerId="LiveId" clId="{A2C663D9-E38C-44B9-9825-3C60C5AE3459}" dt="2026-01-08T05:07:54.119" v="1014" actId="20577"/>
          <ac:spMkLst>
            <pc:docMk/>
            <pc:sldMk cId="3706918143" sldId="272"/>
            <ac:spMk id="5" creationId="{3A97DA36-C7B7-190B-5941-E97233566613}"/>
          </ac:spMkLst>
        </pc:spChg>
        <pc:spChg chg="add mod">
          <ac:chgData name="Chaitanya Sri" userId="ce7cd60cb5ff0a80" providerId="LiveId" clId="{A2C663D9-E38C-44B9-9825-3C60C5AE3459}" dt="2026-01-07T04:23:35.425" v="736" actId="1076"/>
          <ac:spMkLst>
            <pc:docMk/>
            <pc:sldMk cId="3706918143" sldId="272"/>
            <ac:spMk id="9" creationId="{7563D5FF-9F11-16C4-40F3-A93B5EDC2D5B}"/>
          </ac:spMkLst>
        </pc:spChg>
        <pc:spChg chg="add mod">
          <ac:chgData name="Chaitanya Sri" userId="ce7cd60cb5ff0a80" providerId="LiveId" clId="{A2C663D9-E38C-44B9-9825-3C60C5AE3459}" dt="2026-01-07T04:23:30.644" v="735" actId="1076"/>
          <ac:spMkLst>
            <pc:docMk/>
            <pc:sldMk cId="3706918143" sldId="272"/>
            <ac:spMk id="11" creationId="{8E7F9552-2CB9-35CB-810C-B614D8674B2E}"/>
          </ac:spMkLst>
        </pc:spChg>
        <pc:picChg chg="add mod">
          <ac:chgData name="Chaitanya Sri" userId="ce7cd60cb5ff0a80" providerId="LiveId" clId="{A2C663D9-E38C-44B9-9825-3C60C5AE3459}" dt="2026-01-07T04:43:55.421" v="838" actId="1076"/>
          <ac:picMkLst>
            <pc:docMk/>
            <pc:sldMk cId="3706918143" sldId="272"/>
            <ac:picMk id="13" creationId="{707CE545-9558-BC06-4076-3BB9A9910BAA}"/>
          </ac:picMkLst>
        </pc:picChg>
      </pc:sldChg>
      <pc:sldMasterChg chg="setBg modSldLayout">
        <pc:chgData name="Chaitanya Sri" userId="ce7cd60cb5ff0a80" providerId="LiveId" clId="{A2C663D9-E38C-44B9-9825-3C60C5AE3459}" dt="2026-01-07T04:51:55.159" v="859"/>
        <pc:sldMasterMkLst>
          <pc:docMk/>
          <pc:sldMasterMk cId="3132626639" sldId="2147483702"/>
        </pc:sldMasterMkLst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2858250678" sldId="2147483703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435107002" sldId="2147483704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3316280525" sldId="2147483705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3160199797" sldId="2147483706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2667360100" sldId="2147483707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3382568946" sldId="2147483708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3375191589" sldId="2147483709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1417061071" sldId="2147483710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3543833593" sldId="2147483711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2842310037" sldId="2147483712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1921395070" sldId="2147483713"/>
          </pc:sldLayoutMkLst>
        </pc:sldLayoutChg>
        <pc:sldLayoutChg chg="setBg">
          <pc:chgData name="Chaitanya Sri" userId="ce7cd60cb5ff0a80" providerId="LiveId" clId="{A2C663D9-E38C-44B9-9825-3C60C5AE3459}" dt="2026-01-07T04:51:55.159" v="859"/>
          <pc:sldLayoutMkLst>
            <pc:docMk/>
            <pc:sldMasterMk cId="3132626639" sldId="2147483702"/>
            <pc:sldLayoutMk cId="1869427733" sldId="214748371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97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25067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070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2805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1997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3601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5689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915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0610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8335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100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3950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42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266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9568" y="1262221"/>
            <a:ext cx="7065288" cy="1935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600" b="1" kern="0" spc="-2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AI Framework for </a:t>
            </a:r>
          </a:p>
          <a:p>
            <a:pPr marL="0" indent="0" algn="ctr">
              <a:lnSpc>
                <a:spcPts val="3000"/>
              </a:lnSpc>
              <a:buNone/>
            </a:pPr>
            <a:endParaRPr lang="en-US" sz="3600" b="1" kern="0" spc="-2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3000"/>
              </a:lnSpc>
              <a:buNone/>
            </a:pPr>
            <a:r>
              <a:rPr lang="en-US" sz="3600" b="1" kern="0" spc="-2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Eligibility Prediction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sz="3600" b="1" kern="0" spc="-2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sz="3600" b="1" kern="0" spc="-2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Verification</a:t>
            </a:r>
            <a:endParaRPr lang="en-US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9568" y="2036414"/>
            <a:ext cx="4914900" cy="26930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endParaRPr lang="en-US" sz="1704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6608" y="514042"/>
            <a:ext cx="1698350" cy="3077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kern="0" spc="-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169789"/>
            <a:ext cx="65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475184"/>
            <a:ext cx="3786188" cy="208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303859"/>
            <a:ext cx="65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644973"/>
            <a:ext cx="65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2927152"/>
            <a:ext cx="3786188" cy="14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3384352"/>
            <a:ext cx="65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14375" y="3987998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714375" y="4159448"/>
            <a:ext cx="3500438" cy="14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/>
          </a:p>
        </p:txBody>
      </p:sp>
      <p:sp>
        <p:nvSpPr>
          <p:cNvPr id="14" name="AutoShape 2" descr="Document Processing Applications">
            <a:extLst>
              <a:ext uri="{FF2B5EF4-FFF2-40B4-BE49-F238E27FC236}">
                <a16:creationId xmlns:a16="http://schemas.microsoft.com/office/drawing/2014/main" id="{62CDE269-5458-05E8-E987-F2F0DFE7AB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A49929-B13F-193C-4F18-D43A77A24282}"/>
              </a:ext>
            </a:extLst>
          </p:cNvPr>
          <p:cNvSpPr txBox="1"/>
          <p:nvPr/>
        </p:nvSpPr>
        <p:spPr>
          <a:xfrm>
            <a:off x="266608" y="1279088"/>
            <a:ext cx="87364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credit assessment systems are increasingly adopted in the banking sector to improve the speed and accuracy of loan decision-making. Recent approaches, such as LLM-based multi-agent frameworks suffer from high computational costs, limited scalability, and the absence of explicit document verification mechanisms.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hybrid AI-based system that combines a small language model for loan eligibility prediction with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LlamaIndex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-powered document verification module. It delivers transparent decisions—Eligible, Not Eligible, or Flagged for Review—while enhancing scalability, explainability, and fraud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C7C9F6-20F3-D9B6-FD61-943C780EB84F}"/>
              </a:ext>
            </a:extLst>
          </p:cNvPr>
          <p:cNvSpPr txBox="1"/>
          <p:nvPr/>
        </p:nvSpPr>
        <p:spPr>
          <a:xfrm>
            <a:off x="388448" y="2945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0EF14-E900-04A9-5E24-90A1D5C68229}"/>
              </a:ext>
            </a:extLst>
          </p:cNvPr>
          <p:cNvSpPr txBox="1"/>
          <p:nvPr/>
        </p:nvSpPr>
        <p:spPr>
          <a:xfrm>
            <a:off x="388448" y="632692"/>
            <a:ext cx="74561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A400DC-1643-B054-CAD5-7AB9E27663E4}"/>
              </a:ext>
            </a:extLst>
          </p:cNvPr>
          <p:cNvSpPr txBox="1"/>
          <p:nvPr/>
        </p:nvSpPr>
        <p:spPr>
          <a:xfrm>
            <a:off x="388448" y="1008067"/>
            <a:ext cx="8129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hybrid AI framework for loan eligibility and document verification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7F40B-7F3D-72C4-E6DE-C9FB213F204D}"/>
              </a:ext>
            </a:extLst>
          </p:cNvPr>
          <p:cNvSpPr txBox="1"/>
          <p:nvPr/>
        </p:nvSpPr>
        <p:spPr>
          <a:xfrm>
            <a:off x="388448" y="134805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Eligibility Prediction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C81918-A8EE-CA38-A697-D4F029FDED25}"/>
              </a:ext>
            </a:extLst>
          </p:cNvPr>
          <p:cNvSpPr txBox="1"/>
          <p:nvPr/>
        </p:nvSpPr>
        <p:spPr>
          <a:xfrm>
            <a:off x="388448" y="1705704"/>
            <a:ext cx="8514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eligibility assessment using a fine-tuned small language model on applicant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F7AB7E-1612-BCE7-EB4C-A1E6526A1770}"/>
              </a:ext>
            </a:extLst>
          </p:cNvPr>
          <p:cNvSpPr txBox="1"/>
          <p:nvPr/>
        </p:nvSpPr>
        <p:spPr>
          <a:xfrm>
            <a:off x="388448" y="206628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Verification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DA5519-8EA7-125C-87FA-CAA302586828}"/>
              </a:ext>
            </a:extLst>
          </p:cNvPr>
          <p:cNvSpPr txBox="1"/>
          <p:nvPr/>
        </p:nvSpPr>
        <p:spPr>
          <a:xfrm>
            <a:off x="388448" y="2461339"/>
            <a:ext cx="8514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extraction and validation of information from salary slips, ID proofs, and bank statements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LlamaIndex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DB94FF-DCFC-0AE1-798C-381AD91411DB}"/>
              </a:ext>
            </a:extLst>
          </p:cNvPr>
          <p:cNvSpPr txBox="1"/>
          <p:nvPr/>
        </p:nvSpPr>
        <p:spPr>
          <a:xfrm>
            <a:off x="388448" y="306349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Integration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755004-F095-F992-873F-0FACA6D36A96}"/>
              </a:ext>
            </a:extLst>
          </p:cNvPr>
          <p:cNvSpPr txBox="1"/>
          <p:nvPr/>
        </p:nvSpPr>
        <p:spPr>
          <a:xfrm>
            <a:off x="388448" y="3447904"/>
            <a:ext cx="8391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of eligibility prediction and document verification results into a unified decision layer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26EA11-6D57-50A3-4A52-89E3159B014F}"/>
              </a:ext>
            </a:extLst>
          </p:cNvPr>
          <p:cNvSpPr txBox="1"/>
          <p:nvPr/>
        </p:nvSpPr>
        <p:spPr>
          <a:xfrm>
            <a:off x="388448" y="403540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Impact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45E5FD-FFB6-C341-D9F9-5903E48093DB}"/>
              </a:ext>
            </a:extLst>
          </p:cNvPr>
          <p:cNvSpPr txBox="1"/>
          <p:nvPr/>
        </p:nvSpPr>
        <p:spPr>
          <a:xfrm>
            <a:off x="433137" y="4376692"/>
            <a:ext cx="8277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of manual verification effort with support for human-in-the-loop decision-making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80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401" y="501257"/>
            <a:ext cx="3122393" cy="3077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kern="0" spc="-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312664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519833"/>
            <a:ext cx="3506912" cy="199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162770"/>
            <a:ext cx="65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71500" y="2405658"/>
            <a:ext cx="3506912" cy="14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862858"/>
            <a:ext cx="3506912" cy="147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23946" y="2973620"/>
            <a:ext cx="7848553" cy="1692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LLM-Based Multi-Agent Credit Assessment Systems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use transformer architectures with self-attention mechanisms to perform reasoning-based credit analysis.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 GPT –based LLMs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62B92A-EE8F-8853-C343-8D1DB502A985}"/>
              </a:ext>
            </a:extLst>
          </p:cNvPr>
          <p:cNvSpPr txBox="1"/>
          <p:nvPr/>
        </p:nvSpPr>
        <p:spPr>
          <a:xfrm>
            <a:off x="571500" y="778339"/>
            <a:ext cx="815260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Based Loan Eligibility Prediction</a:t>
            </a:r>
          </a:p>
          <a:p>
            <a:pPr>
              <a:buNone/>
            </a:pPr>
            <a:endParaRPr lang="en-IN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techniques are widely used to automate loan eligibility prediction by learning patterns from historical loan data. These models operate on structured data.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Models: Logistic Regression, Random forest, Decision Trees, SVM.</a:t>
            </a:r>
            <a:endParaRPr lang="en-IN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02EA-8E0D-F15A-9C88-4724C3F6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kern="0" spc="-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Existing Systems</a:t>
            </a:r>
            <a:br>
              <a:rPr lang="en-US" sz="3600" b="1" kern="0" spc="-1" dirty="0">
                <a:solidFill>
                  <a:schemeClr val="accent1"/>
                </a:solidFill>
              </a:rPr>
            </a:b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5125D2-310A-044B-04A4-71A06E800DB6}"/>
              </a:ext>
            </a:extLst>
          </p:cNvPr>
          <p:cNvSpPr/>
          <p:nvPr/>
        </p:nvSpPr>
        <p:spPr>
          <a:xfrm>
            <a:off x="304800" y="2012950"/>
            <a:ext cx="3841750" cy="24511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4EBC6F-C2A5-362E-8754-B8CABD4756DF}"/>
              </a:ext>
            </a:extLst>
          </p:cNvPr>
          <p:cNvSpPr/>
          <p:nvPr/>
        </p:nvSpPr>
        <p:spPr>
          <a:xfrm>
            <a:off x="4756150" y="2070100"/>
            <a:ext cx="3886200" cy="2384822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E955E-6EB2-9198-9A51-934346ACFD6D}"/>
              </a:ext>
            </a:extLst>
          </p:cNvPr>
          <p:cNvSpPr txBox="1"/>
          <p:nvPr/>
        </p:nvSpPr>
        <p:spPr>
          <a:xfrm>
            <a:off x="374650" y="932597"/>
            <a:ext cx="41973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Learning–Based Loan Eligibility Prediction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AE868B-8319-86F3-3562-D3435DFE2880}"/>
              </a:ext>
            </a:extLst>
          </p:cNvPr>
          <p:cNvSpPr txBox="1"/>
          <p:nvPr/>
        </p:nvSpPr>
        <p:spPr>
          <a:xfrm>
            <a:off x="4718050" y="961172"/>
            <a:ext cx="44259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LLM-Based Multi-Agent Credit Assessment Systems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E20144-003C-E082-0298-5D6F29BEFEDC}"/>
              </a:ext>
            </a:extLst>
          </p:cNvPr>
          <p:cNvSpPr txBox="1"/>
          <p:nvPr/>
        </p:nvSpPr>
        <p:spPr>
          <a:xfrm>
            <a:off x="501650" y="2184704"/>
            <a:ext cx="34671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Feature Representation</a:t>
            </a:r>
          </a:p>
          <a:p>
            <a:b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Structured Data</a:t>
            </a:r>
          </a:p>
          <a:p>
            <a:b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Feature Engineering</a:t>
            </a:r>
          </a:p>
          <a:p>
            <a:b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Generalization Issues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EA3F9D-0E22-AAD2-6FEE-5A421E650C9D}"/>
              </a:ext>
            </a:extLst>
          </p:cNvPr>
          <p:cNvSpPr txBox="1"/>
          <p:nvPr/>
        </p:nvSpPr>
        <p:spPr>
          <a:xfrm>
            <a:off x="4973638" y="2184704"/>
            <a:ext cx="46132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</a:t>
            </a:r>
          </a:p>
          <a:p>
            <a:b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Explainability</a:t>
            </a:r>
          </a:p>
          <a:p>
            <a:b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in Real-Time Processing</a:t>
            </a:r>
          </a:p>
          <a:p>
            <a:b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Complexity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086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740" y="428625"/>
            <a:ext cx="8202438" cy="3077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kern="0" spc="-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 The Hybrid AI Framework</a:t>
            </a:r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926191"/>
            <a:ext cx="3053346" cy="314326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r>
              <a:rPr lang="en-IN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Innovation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026913"/>
            <a:ext cx="2014045" cy="190437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500" y="1452544"/>
            <a:ext cx="8120696" cy="18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dual-track system balancing specialized classification with generative document</a:t>
            </a:r>
          </a:p>
        </p:txBody>
      </p:sp>
      <p:sp>
        <p:nvSpPr>
          <p:cNvPr id="7" name="Text 4"/>
          <p:cNvSpPr/>
          <p:nvPr/>
        </p:nvSpPr>
        <p:spPr>
          <a:xfrm>
            <a:off x="571500" y="2132173"/>
            <a:ext cx="2605457" cy="175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Track (SML)</a:t>
            </a:r>
            <a:endParaRPr lang="en-US" sz="20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2434242"/>
            <a:ext cx="7616849" cy="34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model optimized for customer profile data like income, credit score,</a:t>
            </a:r>
          </a:p>
          <a:p>
            <a:pPr marL="0" indent="0" algn="l">
              <a:lnSpc>
                <a:spcPts val="13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3037864"/>
            <a:ext cx="4304967" cy="17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Track (LlamaIndex)</a:t>
            </a:r>
            <a:endParaRPr lang="en-US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55454" y="3361238"/>
            <a:ext cx="8367866" cy="17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module for validating salary slips, ID proofs, and bank statements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B6A0CF-2065-6D34-84DF-E4BD46CC3FF6}"/>
              </a:ext>
            </a:extLst>
          </p:cNvPr>
          <p:cNvSpPr txBox="1"/>
          <p:nvPr/>
        </p:nvSpPr>
        <p:spPr>
          <a:xfrm>
            <a:off x="449654" y="377558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Layer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0259458C-9B10-979C-D8AC-C5C97EDC5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54" y="4116587"/>
            <a:ext cx="85188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the Predictive Track and Verification Track results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the final decision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Eligible, Not Eligible, or Flagged for Review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98601-D3EF-F7C5-E093-25DECAED1EC6}"/>
              </a:ext>
            </a:extLst>
          </p:cNvPr>
          <p:cNvSpPr txBox="1"/>
          <p:nvPr/>
        </p:nvSpPr>
        <p:spPr>
          <a:xfrm>
            <a:off x="511397" y="348347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 application claims.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19B32B-1EBA-8420-F3B2-5FEF0E078E66}"/>
              </a:ext>
            </a:extLst>
          </p:cNvPr>
          <p:cNvSpPr txBox="1"/>
          <p:nvPr/>
        </p:nvSpPr>
        <p:spPr>
          <a:xfrm>
            <a:off x="511397" y="159531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A67B58-EF02-DA48-DDC5-C91414BF9579}"/>
              </a:ext>
            </a:extLst>
          </p:cNvPr>
          <p:cNvSpPr txBox="1"/>
          <p:nvPr/>
        </p:nvSpPr>
        <p:spPr>
          <a:xfrm>
            <a:off x="392740" y="2615892"/>
            <a:ext cx="7616848" cy="271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employment history and loan eligibility knowledge.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A0F358-AE6B-BAAB-DABD-EF5782500F0D}"/>
              </a:ext>
            </a:extLst>
          </p:cNvPr>
          <p:cNvSpPr txBox="1"/>
          <p:nvPr/>
        </p:nvSpPr>
        <p:spPr>
          <a:xfrm>
            <a:off x="539702" y="569004"/>
            <a:ext cx="4572000" cy="285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</a:pPr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3: Document Verification</a:t>
            </a:r>
            <a:endParaRPr lang="en-US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7DA36-C7B7-190B-5941-E97233566613}"/>
              </a:ext>
            </a:extLst>
          </p:cNvPr>
          <p:cNvSpPr txBox="1"/>
          <p:nvPr/>
        </p:nvSpPr>
        <p:spPr>
          <a:xfrm>
            <a:off x="539702" y="817424"/>
            <a:ext cx="53454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Accepts applicant documents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parse documents efficiently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Extracts key entities like income, employer name, and account 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Cross-checks extracted information with user declared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63D5FF-9F11-16C4-40F3-A93B5EDC2D5B}"/>
              </a:ext>
            </a:extLst>
          </p:cNvPr>
          <p:cNvSpPr txBox="1"/>
          <p:nvPr/>
        </p:nvSpPr>
        <p:spPr>
          <a:xfrm>
            <a:off x="539702" y="272563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4: Fusion &amp; Decision Layer</a:t>
            </a:r>
            <a:endParaRPr lang="en-IN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7F9552-2CB9-35CB-810C-B614D8674B2E}"/>
              </a:ext>
            </a:extLst>
          </p:cNvPr>
          <p:cNvSpPr txBox="1"/>
          <p:nvPr/>
        </p:nvSpPr>
        <p:spPr>
          <a:xfrm>
            <a:off x="539702" y="3125747"/>
            <a:ext cx="54210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eligibility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document verification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rule-based decision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Produces final classification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7CE545-9558-BC06-4076-3BB9A9910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161" y="1172237"/>
            <a:ext cx="2938657" cy="31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1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92D75B-828E-1DC0-E624-6DE3E382F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81" y="599608"/>
            <a:ext cx="7407264" cy="38417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87748C-800C-6B04-56B4-6F4EBF267ADC}"/>
              </a:ext>
            </a:extLst>
          </p:cNvPr>
          <p:cNvSpPr txBox="1"/>
          <p:nvPr/>
        </p:nvSpPr>
        <p:spPr>
          <a:xfrm>
            <a:off x="1172219" y="1515750"/>
            <a:ext cx="4572000" cy="36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b="1" kern="0" spc="-1" dirty="0">
                <a:solidFill>
                  <a:schemeClr val="accent1"/>
                </a:solidFill>
              </a:rPr>
              <a:t>Existing System</a:t>
            </a: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61451E-58E7-0CC5-82EA-6211DFDD053B}"/>
              </a:ext>
            </a:extLst>
          </p:cNvPr>
          <p:cNvSpPr txBox="1"/>
          <p:nvPr/>
        </p:nvSpPr>
        <p:spPr>
          <a:xfrm>
            <a:off x="5015450" y="15157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spc="-1" dirty="0">
                <a:solidFill>
                  <a:schemeClr val="accent1"/>
                </a:solidFill>
              </a:rPr>
              <a:t>Proposed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100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247" y="458659"/>
            <a:ext cx="4456797" cy="3077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200" b="1" kern="0" spc="-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&amp; Literature</a:t>
            </a:r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20901" y="920247"/>
            <a:ext cx="2192908" cy="169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Devlin, J., et al. (2018)</a:t>
            </a:r>
            <a:endParaRPr lang="en-US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20901" y="1251457"/>
            <a:ext cx="3918427" cy="17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BERT: Pre-training of Deep Bidirectional</a:t>
            </a:r>
          </a:p>
        </p:txBody>
      </p:sp>
      <p:sp>
        <p:nvSpPr>
          <p:cNvPr id="6" name="Text 3"/>
          <p:cNvSpPr/>
          <p:nvPr/>
        </p:nvSpPr>
        <p:spPr>
          <a:xfrm>
            <a:off x="720901" y="1898237"/>
            <a:ext cx="1897955" cy="169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Liu, J., et al. (2023)</a:t>
            </a:r>
            <a:endParaRPr lang="en-US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2950" y="2218291"/>
            <a:ext cx="4950138" cy="179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LlamaIndex: Data Framework for LLM Applications.</a:t>
            </a:r>
          </a:p>
        </p:txBody>
      </p:sp>
      <p:sp>
        <p:nvSpPr>
          <p:cNvPr id="8" name="Text 5"/>
          <p:cNvSpPr/>
          <p:nvPr/>
        </p:nvSpPr>
        <p:spPr>
          <a:xfrm>
            <a:off x="726118" y="2576524"/>
            <a:ext cx="2821285" cy="169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Banking Industry Standards</a:t>
            </a:r>
            <a:endParaRPr lang="en-US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2950" y="2902305"/>
            <a:ext cx="4516571" cy="17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 for Document Verification and Credit</a:t>
            </a:r>
          </a:p>
        </p:txBody>
      </p:sp>
      <p:sp>
        <p:nvSpPr>
          <p:cNvPr id="10" name="Text 7"/>
          <p:cNvSpPr/>
          <p:nvPr/>
        </p:nvSpPr>
        <p:spPr>
          <a:xfrm>
            <a:off x="726118" y="3611620"/>
            <a:ext cx="3035126" cy="169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Systems Research</a:t>
            </a:r>
            <a:endParaRPr lang="en-US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42950" y="3929429"/>
            <a:ext cx="4516571" cy="173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LLM-based Agents for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A8AFEE-4ECB-054C-9C6A-F83300857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507" y="1541993"/>
            <a:ext cx="3289936" cy="22822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FEEB11-6AF6-BD77-9D49-E16C1C66A396}"/>
              </a:ext>
            </a:extLst>
          </p:cNvPr>
          <p:cNvSpPr txBox="1"/>
          <p:nvPr/>
        </p:nvSpPr>
        <p:spPr>
          <a:xfrm>
            <a:off x="646849" y="1439199"/>
            <a:ext cx="4456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for Language Understanding.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1D879A-1660-C314-9BCD-6F946DBC12F7}"/>
              </a:ext>
            </a:extLst>
          </p:cNvPr>
          <p:cNvSpPr txBox="1"/>
          <p:nvPr/>
        </p:nvSpPr>
        <p:spPr>
          <a:xfrm>
            <a:off x="682340" y="309401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 in Automated Systems.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E87D0E-2C39-5266-28A2-DE41970177B7}"/>
              </a:ext>
            </a:extLst>
          </p:cNvPr>
          <p:cNvSpPr txBox="1"/>
          <p:nvPr/>
        </p:nvSpPr>
        <p:spPr>
          <a:xfrm>
            <a:off x="682340" y="412198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Risk Assessment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016392" y="2113001"/>
            <a:ext cx="5372100" cy="79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6218" b="1" kern="0" spc="-5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  <a:endParaRPr lang="en-US" sz="6218" dirty="0">
              <a:solidFill>
                <a:schemeClr val="tx2">
                  <a:lumMod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87485" y="3739850"/>
            <a:ext cx="2771775" cy="195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6372225" y="2907506"/>
            <a:ext cx="2771775" cy="832344"/>
          </a:xfrm>
          <a:prstGeom prst="rect">
            <a:avLst/>
          </a:prstGeom>
          <a:noFill/>
          <a:ln/>
        </p:spPr>
        <p:txBody>
          <a:bodyPr wrap="square" lIns="0" tIns="0" rIns="0" bIns="680339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605</TotalTime>
  <Words>544</Words>
  <Application>Microsoft Office PowerPoint</Application>
  <PresentationFormat>On-screen Show (16:9)</PresentationFormat>
  <Paragraphs>84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Challenges of Existing Systems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Bharghav ram Galla</cp:lastModifiedBy>
  <cp:revision>2</cp:revision>
  <dcterms:created xsi:type="dcterms:W3CDTF">2026-01-05T09:00:57Z</dcterms:created>
  <dcterms:modified xsi:type="dcterms:W3CDTF">2026-01-15T15:17:31Z</dcterms:modified>
</cp:coreProperties>
</file>